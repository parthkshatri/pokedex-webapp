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55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9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697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53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42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47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90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283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01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151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6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0378227-DE7F-4260-933D-28446AB8E70B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FFEF75D-7ED0-4B13-A1F4-73CAA5EAE1FD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16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5ABAC83-A84B-40F1-F6D7-46FF2EBFD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39" y="0"/>
            <a:ext cx="10058400" cy="1450757"/>
          </a:xfrm>
        </p:spPr>
        <p:txBody>
          <a:bodyPr/>
          <a:lstStyle/>
          <a:p>
            <a:pPr algn="ctr"/>
            <a:r>
              <a:rPr lang="en-US" b="1" dirty="0" err="1"/>
              <a:t>Pokedex</a:t>
            </a:r>
            <a:r>
              <a:rPr lang="en-US" b="1" dirty="0"/>
              <a:t> – </a:t>
            </a:r>
            <a:r>
              <a:rPr lang="en-US" b="1" dirty="0" err="1"/>
              <a:t>Pokemon</a:t>
            </a:r>
            <a:r>
              <a:rPr lang="en-US" b="1" dirty="0"/>
              <a:t> Encyclopedia</a:t>
            </a:r>
            <a:endParaRPr lang="en-IN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ABAD55-00CC-56F2-3870-7910D86A6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31521" y="2259392"/>
            <a:ext cx="6207036" cy="4023360"/>
          </a:xfrm>
        </p:spPr>
        <p:txBody>
          <a:bodyPr/>
          <a:lstStyle/>
          <a:p>
            <a:pPr algn="ctr"/>
            <a:r>
              <a:rPr lang="en-US" sz="2800" b="1" dirty="0"/>
              <a:t>Semester – Third </a:t>
            </a:r>
          </a:p>
          <a:p>
            <a:pPr algn="ctr"/>
            <a:r>
              <a:rPr lang="en-US" sz="2800" b="1" dirty="0"/>
              <a:t>Python and FSD - 1  Combined project</a:t>
            </a:r>
          </a:p>
          <a:p>
            <a:pPr algn="ctr"/>
            <a:r>
              <a:rPr lang="en-US" dirty="0"/>
              <a:t>Batch – B9</a:t>
            </a:r>
          </a:p>
          <a:p>
            <a:pPr algn="ctr"/>
            <a:r>
              <a:rPr lang="en-US" dirty="0"/>
              <a:t>Members</a:t>
            </a:r>
            <a:r>
              <a:rPr lang="en-IN" dirty="0"/>
              <a:t>:</a:t>
            </a:r>
          </a:p>
          <a:p>
            <a:pPr algn="ctr"/>
            <a:r>
              <a:rPr lang="en-IN" dirty="0"/>
              <a:t>Parth Nayan </a:t>
            </a:r>
            <a:r>
              <a:rPr lang="en-IN" dirty="0" err="1"/>
              <a:t>Kshatri</a:t>
            </a:r>
            <a:r>
              <a:rPr lang="en-IN" dirty="0"/>
              <a:t> – 25002171220012</a:t>
            </a:r>
          </a:p>
          <a:p>
            <a:pPr algn="ctr"/>
            <a:r>
              <a:rPr lang="en-IN" dirty="0"/>
              <a:t>Akshat Tapan Chauhan = 25002171220003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833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CC6C0-D83C-DB62-918C-1CFD57183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C43B2-55FF-E321-027A-769794FB1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94077"/>
            <a:ext cx="10058400" cy="4023360"/>
          </a:xfrm>
        </p:spPr>
        <p:txBody>
          <a:bodyPr/>
          <a:lstStyle/>
          <a:p>
            <a:r>
              <a:rPr lang="en-US" dirty="0"/>
              <a:t>The main goal of this project was to implement the subjects and content we have learned so far in this semester by creating a component of a really popular TV show called </a:t>
            </a:r>
            <a:r>
              <a:rPr lang="en-US" dirty="0" err="1"/>
              <a:t>Pokemon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This project contains the following function: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Text based search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Image recognizing search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Database using SQLite handling different users by storing their teams and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Bootstrap and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implemention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Hashing algorithms using SHA-256 and uuid-18 for token generation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42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6D3ECD-3373-8F44-99A0-25B113926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527"/>
            <a:ext cx="10058400" cy="1450757"/>
          </a:xfrm>
        </p:spPr>
        <p:txBody>
          <a:bodyPr/>
          <a:lstStyle/>
          <a:p>
            <a:r>
              <a:rPr lang="en-US" dirty="0"/>
              <a:t>Used file with description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EA39D-16AA-3517-2D2C-04E71C4CF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Project_minization.py </a:t>
            </a:r>
            <a:r>
              <a:rPr lang="en-US" dirty="0"/>
              <a:t>– Main python file with all the functionality and </a:t>
            </a:r>
            <a:r>
              <a:rPr lang="en-US" dirty="0" err="1"/>
              <a:t>FastAPI</a:t>
            </a:r>
            <a:r>
              <a:rPr lang="en-US" dirty="0"/>
              <a:t> linking</a:t>
            </a:r>
          </a:p>
          <a:p>
            <a:endParaRPr lang="en-US" b="1" dirty="0"/>
          </a:p>
          <a:p>
            <a:r>
              <a:rPr lang="en-US" b="1" dirty="0"/>
              <a:t>Web1/index.html </a:t>
            </a:r>
            <a:r>
              <a:rPr lang="en-US" dirty="0"/>
              <a:t>– Main html file with all the frontend logic</a:t>
            </a:r>
          </a:p>
          <a:p>
            <a:endParaRPr lang="en-US" dirty="0"/>
          </a:p>
          <a:p>
            <a:r>
              <a:rPr lang="en-US" b="1" dirty="0"/>
              <a:t>Static</a:t>
            </a:r>
            <a:r>
              <a:rPr lang="en-US" dirty="0"/>
              <a:t> – contains all the images and </a:t>
            </a:r>
            <a:r>
              <a:rPr lang="en-US" dirty="0" err="1"/>
              <a:t>css</a:t>
            </a:r>
            <a:r>
              <a:rPr lang="en-US" dirty="0"/>
              <a:t> file</a:t>
            </a:r>
          </a:p>
          <a:p>
            <a:endParaRPr lang="en-US" b="1" dirty="0"/>
          </a:p>
          <a:p>
            <a:r>
              <a:rPr lang="en-US" b="1" dirty="0"/>
              <a:t>Static/web.css </a:t>
            </a:r>
            <a:r>
              <a:rPr lang="en-US" dirty="0"/>
              <a:t>– </a:t>
            </a:r>
            <a:r>
              <a:rPr lang="en-US" dirty="0" err="1"/>
              <a:t>css</a:t>
            </a:r>
            <a:r>
              <a:rPr lang="en-US" dirty="0"/>
              <a:t> file used for the formatting and visuals of html</a:t>
            </a:r>
          </a:p>
          <a:p>
            <a:endParaRPr lang="en-US" b="1" dirty="0"/>
          </a:p>
          <a:p>
            <a:r>
              <a:rPr lang="en-US" b="1" dirty="0"/>
              <a:t>Database.py </a:t>
            </a:r>
            <a:r>
              <a:rPr lang="en-US" dirty="0"/>
              <a:t>– Main file that contains the description and key allocations for the database  </a:t>
            </a:r>
          </a:p>
        </p:txBody>
      </p:sp>
    </p:spTree>
    <p:extLst>
      <p:ext uri="{BB962C8B-B14F-4D97-AF65-F5344CB8AC3E}">
        <p14:creationId xmlns:p14="http://schemas.microsoft.com/office/powerpoint/2010/main" val="2429399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B0D12-26B0-5495-10B2-F1F35417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  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E5EAB88-6698-B15A-2E7E-F09B502C0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0437" y="1873452"/>
            <a:ext cx="7764152" cy="41790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51E2F7-B87C-3847-0C61-4D05A51E4DC2}"/>
              </a:ext>
            </a:extLst>
          </p:cNvPr>
          <p:cNvSpPr txBox="1"/>
          <p:nvPr/>
        </p:nvSpPr>
        <p:spPr>
          <a:xfrm>
            <a:off x="1097280" y="1873452"/>
            <a:ext cx="383394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Entities Description:</a:t>
            </a:r>
          </a:p>
          <a:p>
            <a:pPr algn="l">
              <a:buNone/>
            </a:pP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 USERS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: Stores user credentials and identification.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 SESSIONS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: Manages active user login sessions using tokens.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 USER_POKEMON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: Tracks </a:t>
            </a:r>
            <a:r>
              <a:rPr lang="en-US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pokemon</a:t>
            </a:r>
            <a:r>
              <a:rPr lang="en-US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egoe WPC"/>
              </a:rPr>
              <a:t> caught by users, indicating whether they are in the active 'team' or generally in 'storage'.</a:t>
            </a:r>
          </a:p>
        </p:txBody>
      </p:sp>
    </p:spTree>
    <p:extLst>
      <p:ext uri="{BB962C8B-B14F-4D97-AF65-F5344CB8AC3E}">
        <p14:creationId xmlns:p14="http://schemas.microsoft.com/office/powerpoint/2010/main" val="324703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77A8-9339-704A-BEFA-2EF6BB3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E92B096-29A2-BAC1-C082-260E8F8EE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505" y="2015058"/>
            <a:ext cx="7303124" cy="398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9806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</TotalTime>
  <Words>238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WPC</vt:lpstr>
      <vt:lpstr>Retrospect</vt:lpstr>
      <vt:lpstr>Pokedex – Pokemon Encyclopedia</vt:lpstr>
      <vt:lpstr>Project Description</vt:lpstr>
      <vt:lpstr>Used file with description</vt:lpstr>
      <vt:lpstr>ER Diagram  </vt:lpstr>
      <vt:lpstr>Data Flow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KSHATRI</dc:creator>
  <cp:lastModifiedBy>PARTH KSHATRI</cp:lastModifiedBy>
  <cp:revision>1</cp:revision>
  <dcterms:created xsi:type="dcterms:W3CDTF">2026-02-18T06:37:04Z</dcterms:created>
  <dcterms:modified xsi:type="dcterms:W3CDTF">2026-02-18T07:09:38Z</dcterms:modified>
</cp:coreProperties>
</file>